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37E"/>
                </a:solidFill>
              </a:rPr>
              <a:t>Related 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996696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920240"/>
                <a:gridCol w="1188720"/>
                <a:gridCol w="1188720"/>
                <a:gridCol w="1188720"/>
                <a:gridCol w="1188720"/>
                <a:gridCol w="1645920"/>
              </a:tblGrid>
              <a:tr h="97536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Dynamic
Obstacles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
Assignment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Collision
Avoidance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Path
Optimization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Fixed /
Dynamic Weights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Tang et al. [1]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Improved D3QN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Kong et al. 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TANet-TD3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Jarray et al. [3]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Dynamic Reward DQN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Dynamic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Zhang et al. 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Mean-Field DDPG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Poudel &amp; Moh [5]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MAML-MARL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37E"/>
                </a:solidFill>
              </a:rPr>
              <a:t>Related Work (cont.)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996696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920240"/>
                <a:gridCol w="1188720"/>
                <a:gridCol w="1188720"/>
                <a:gridCol w="1188720"/>
                <a:gridCol w="1188720"/>
                <a:gridCol w="1645920"/>
              </a:tblGrid>
              <a:tr h="83602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Dynamic
Obstacles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
Assignment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Collision
Avoidance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Path
Optimization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Fixed /
Dynamic Weights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8360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Xu et al. [6]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GPT-4o + MARL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60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Wang et al. [7]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RALLY (LLM+RMIX)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60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Khan et al. [8]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Hybrid MARL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60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Rezaee et al. [9]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IGAT-MARL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8360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37E"/>
                          </a:solidFill>
                        </a:rPr>
                        <a:t>Sheng et al. [10]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24242"/>
                          </a:solidFill>
                        </a:rPr>
                        <a:t>DA-MAPPO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8360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237E"/>
                          </a:solidFill>
                        </a:rPr>
                        <a:t>Proposed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24242"/>
                          </a:solidFill>
                        </a:rPr>
                        <a:t>PAH-MAPPO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24242"/>
                          </a:solidFill>
                        </a:rPr>
                        <a:t>Dynamic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