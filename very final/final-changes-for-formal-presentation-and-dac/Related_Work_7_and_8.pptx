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37E"/>
                </a:solidFill>
              </a:rPr>
              <a:t>Related Work — 7 Papers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777240"/>
          <a:ext cx="932688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650240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Single /
Multi UAV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Dynamic
Obstacles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Target
Assignment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Collision
Avoidance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Path
Optimization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Weights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50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Tang et al. [1]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Improved D3QN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Single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0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Kong et al. [2]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TANet-TD3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Jarray et al. [3]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Dynamic Reward DQN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Single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Dynamic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0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Zhang et al. [4]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Mean-Field DDPG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Poudel &amp; Moh [5]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MAML-MARL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50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Rezaee et al. [9]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IGAT-MARL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650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Sheng et al. [10]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DA-MAPPO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650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Proposed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424242"/>
                          </a:solidFill>
                        </a:rPr>
                        <a:t>PAH-MAPPO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424242"/>
                          </a:solidFill>
                        </a:rPr>
                        <a:t>Dynamic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37E"/>
                </a:solidFill>
              </a:rPr>
              <a:t>Related Work — 8 Papers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777240"/>
          <a:ext cx="932688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85216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Single /
Multi UAV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Dynamic
Obstacles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Target
Assignment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Collision
Avoidance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Path
Optimization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Weights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Tang et al. [1]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Improved D3QN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Single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Kong et al. [2]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TANet-TD3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Jarray et al. [3]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Dynamic Reward DQN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Single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Dynamic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Zhang et al. [4]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Mean-Field DDPG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Poudel &amp; Moh [5]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MAML-MARL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Khan et al. [8]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Hybrid MARL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Rezaee et al. [9]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IGAT-MARL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Sheng et al. [10]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24242"/>
                          </a:solidFill>
                        </a:rPr>
                        <a:t>DA-MAPPO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24242"/>
                          </a:solidFill>
                        </a:rPr>
                        <a:t>Fixed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237E"/>
                          </a:solidFill>
                        </a:rPr>
                        <a:t>Proposed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424242"/>
                          </a:solidFill>
                        </a:rPr>
                        <a:t>PAH-MAPPO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237E"/>
                          </a:solidFill>
                        </a:rPr>
                        <a:t>Multi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424242"/>
                          </a:solidFill>
                        </a:rPr>
                        <a:t>Dynamic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